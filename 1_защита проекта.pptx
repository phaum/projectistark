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8"/>
  </p:notesMasterIdLst>
  <p:sldIdLst>
    <p:sldId id="256" r:id="rId2"/>
    <p:sldId id="258" r:id="rId3"/>
    <p:sldId id="257" r:id="rId4"/>
    <p:sldId id="260" r:id="rId5"/>
    <p:sldId id="259" r:id="rId6"/>
    <p:sldId id="265" r:id="rId7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353" autoAdjust="0"/>
    <p:restoredTop sz="94660"/>
  </p:normalViewPr>
  <p:slideViewPr>
    <p:cSldViewPr snapToGrid="0">
      <p:cViewPr varScale="1">
        <p:scale>
          <a:sx n="109" d="100"/>
          <a:sy n="109" d="100"/>
        </p:scale>
        <p:origin x="594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B3343C1-4C66-4547-BA47-66DB468C45B6}" type="datetimeFigureOut">
              <a:rPr lang="ru-RU" smtClean="0"/>
              <a:t>10.11.2024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A49319D-95EE-4A3E-8A56-C494CBF7FDB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1732510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A49319D-95EE-4A3E-8A56-C494CBF7FDB4}" type="slidenum">
              <a:rPr lang="ru-RU" smtClean="0"/>
              <a:t>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7873533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9EF62F6-D3B1-443C-95F2-D5BA9FCED24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3E6016CD-F745-4A56-B3E7-3B76506F198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6B0B9E15-2AA4-4E5A-8D79-24993AEBD4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2D6828-3612-411E-93B2-89096510E2FF}" type="datetimeFigureOut">
              <a:rPr lang="ru-RU" smtClean="0"/>
              <a:t>10.11.2024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E3246318-3B3A-4061-ACB8-7B0FF22AE0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6D6EC5D1-CC42-4F89-A9C0-C0DCBD6DC9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7A0545-99C4-41F6-8870-857BBA74C52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0427880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EF520C0-C606-42AC-A739-66EDFCC4D1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39824FD-1FB8-4EE1-888D-9D8B9E68719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9563ECDE-F422-4EE8-9A31-399A3D960C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2D6828-3612-411E-93B2-89096510E2FF}" type="datetimeFigureOut">
              <a:rPr lang="ru-RU" smtClean="0"/>
              <a:t>10.11.2024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EA34BA63-34EF-4099-87D6-E772DB9F87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8C494F7F-F92E-49EC-9CEA-3C4FB15E1F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7A0545-99C4-41F6-8870-857BBA74C52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099647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84FB3A8-E8A8-430A-8958-5D1EAB31BA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8A0118C9-1C11-41BF-8CCC-867C6C1A26E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4334181A-B441-4DC9-9577-3C3F9DB38D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2D6828-3612-411E-93B2-89096510E2FF}" type="datetimeFigureOut">
              <a:rPr lang="ru-RU" smtClean="0"/>
              <a:t>10.11.2024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152BEC7D-C50E-4E03-B33E-A1D6FA6118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7D96D641-F3C1-4BB2-8C9B-3BDA8EE07E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7A0545-99C4-41F6-8870-857BBA74C52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2629491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DD47DEF-4D43-4E7B-8F7D-CF73825D62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B03CAF2-9B22-452E-AD6E-B38B592219D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2EB1A8B1-4310-4FB2-A346-7799943A934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2B29F21B-9940-48A2-B8A0-BA2CB36430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2D6828-3612-411E-93B2-89096510E2FF}" type="datetimeFigureOut">
              <a:rPr lang="ru-RU" smtClean="0"/>
              <a:t>10.11.2024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4700E878-DE1A-49C0-AC0F-BCF5410BA7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2478084A-136B-438B-B382-02ABEC4515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7A0545-99C4-41F6-8870-857BBA74C52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5090201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E6C57C9-38D3-4D76-AFBD-A1C2D5DF9F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1945D018-AD66-4A20-9D7C-24DC0ABEF4E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324EEB3B-DEE5-46E7-82DA-4DF4BBD74B7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042BE4B1-CBEF-4590-A945-0842C0C0F08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C3C2B09E-B6C4-4044-898E-5742C964C76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BF418172-8FA7-4F41-B530-A58CF0D572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2D6828-3612-411E-93B2-89096510E2FF}" type="datetimeFigureOut">
              <a:rPr lang="ru-RU" smtClean="0"/>
              <a:t>10.11.2024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A1E6B376-51A0-4284-AE5F-C75DBB097F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D8519CB1-79F9-4EC0-B147-B0850F321E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7A0545-99C4-41F6-8870-857BBA74C52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882461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86E6F85-3A06-4D34-AED1-535A8BD3AE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E53AD645-75FD-49DF-9889-66E9F70870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2D6828-3612-411E-93B2-89096510E2FF}" type="datetimeFigureOut">
              <a:rPr lang="ru-RU" smtClean="0"/>
              <a:t>10.11.2024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CB01E629-A2E5-42CA-921C-EB077F47F2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ADE4B814-FB66-4964-A591-270A3884BA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7A0545-99C4-41F6-8870-857BBA74C52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315291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C427A113-CC85-4319-8F15-916B2CA1B2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2D6828-3612-411E-93B2-89096510E2FF}" type="datetimeFigureOut">
              <a:rPr lang="ru-RU" smtClean="0"/>
              <a:t>10.11.2024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4B107B98-4313-41EF-956A-CE5D360F72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3FD85678-CBEC-4325-9D3B-FCA98060D3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7A0545-99C4-41F6-8870-857BBA74C52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3473643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1F9AF94-EA83-4F97-A750-E2FF27EFB1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34FE5EA7-DC8C-4B60-9E54-86523CA97E0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931DC51F-E81B-47CE-B152-3285EDC1163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F1032FCC-765D-4913-A52E-FC9DBB1989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2D6828-3612-411E-93B2-89096510E2FF}" type="datetimeFigureOut">
              <a:rPr lang="ru-RU" smtClean="0"/>
              <a:t>10.11.2024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28520CAE-CDDD-421F-B13C-2F5C57D450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8F2B0A87-3442-45B0-B121-44667D6C87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7A0545-99C4-41F6-8870-857BBA74C52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4874938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930CE99-08AB-4499-9050-6CCE9D21AE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76CC6F8A-6E76-4422-BB49-28159C45B9F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A80B42AA-B362-4B0F-A883-AC253956BC1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C5D8AD7E-8994-4BA1-BCE8-70AF78D83B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2D6828-3612-411E-93B2-89096510E2FF}" type="datetimeFigureOut">
              <a:rPr lang="ru-RU" smtClean="0"/>
              <a:t>10.11.2024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3ED3EBF8-0B73-48AF-BC51-8AE2A9AEBB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C3B4D4B0-FF23-4317-A53F-3B49205261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7A0545-99C4-41F6-8870-857BBA74C52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206625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90CE03C-4513-4977-A1B7-76D20FF513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2686DA7C-6AC1-4319-B1E9-D9AEBC31232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7F2ED513-E3B1-46A2-BC5B-9BD0A9E197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2D6828-3612-411E-93B2-89096510E2FF}" type="datetimeFigureOut">
              <a:rPr lang="ru-RU" smtClean="0"/>
              <a:t>10.11.2024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6C8235BB-95FD-42CF-AFD6-A0DEAE9A92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F36A4C9B-E68D-465A-9CAF-848D208E93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7A0545-99C4-41F6-8870-857BBA74C52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4892608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6C373A53-5FA3-4E95-BA08-81DCF578A57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5FC0CCFF-2BC0-4367-98D7-E10DE502F7D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AC977510-A82C-4385-970B-9B4BA2F88C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2D6828-3612-411E-93B2-89096510E2FF}" type="datetimeFigureOut">
              <a:rPr lang="ru-RU" smtClean="0"/>
              <a:t>10.11.2024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EF761CF1-4A8D-419A-B409-6958542332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69D38B5A-7B03-44D5-86AD-723A157A31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7A0545-99C4-41F6-8870-857BBA74C52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723884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3B73062-059E-40FC-A7E3-FB5C954C9C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AB4FA89A-1689-4516-83E1-DF41CADA372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64E3858C-F1DB-4E57-BF7E-73D31873584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32D6828-3612-411E-93B2-89096510E2FF}" type="datetimeFigureOut">
              <a:rPr lang="ru-RU" smtClean="0"/>
              <a:t>10.11.2024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4358A01B-A2B7-4A11-848E-38B31DBF5A4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ECD975E6-9110-4A16-BB0D-D5D9A2F3C55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E7A0545-99C4-41F6-8870-857BBA74C52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007353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gif"/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80AC3F88-B826-4811-9119-33899057CC0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" y="0"/>
            <a:ext cx="12192000" cy="6855326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4C9F583A-E964-440C-AAFA-66AE35A960E4}"/>
              </a:ext>
            </a:extLst>
          </p:cNvPr>
          <p:cNvSpPr txBox="1"/>
          <p:nvPr/>
        </p:nvSpPr>
        <p:spPr>
          <a:xfrm>
            <a:off x="5638066" y="6519446"/>
            <a:ext cx="915866" cy="338554"/>
          </a:xfrm>
          <a:prstGeom prst="rect">
            <a:avLst/>
          </a:prstGeom>
          <a:solidFill>
            <a:schemeClr val="bg1"/>
          </a:solidFill>
          <a:effectLst>
            <a:softEdge rad="25400"/>
          </a:effectLst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2024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г.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5D67F1A-3CDE-4904-B257-AB1FC1BB264E}"/>
              </a:ext>
            </a:extLst>
          </p:cNvPr>
          <p:cNvSpPr txBox="1"/>
          <p:nvPr/>
        </p:nvSpPr>
        <p:spPr>
          <a:xfrm>
            <a:off x="4847490" y="5350050"/>
            <a:ext cx="2497015" cy="461665"/>
          </a:xfrm>
          <a:prstGeom prst="rect">
            <a:avLst/>
          </a:prstGeom>
          <a:solidFill>
            <a:schemeClr val="bg1">
              <a:lumMod val="95000"/>
            </a:schemeClr>
          </a:solidFill>
          <a:effectLst>
            <a:softEdge rad="38100"/>
          </a:effectLst>
        </p:spPr>
        <p:txBody>
          <a:bodyPr wrap="square" rtlCol="0">
            <a:spAutoFit/>
          </a:bodyPr>
          <a:lstStyle/>
          <a:p>
            <a:pPr algn="ctr"/>
            <a:r>
              <a:rPr lang="ru-RU" sz="24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Команда</a:t>
            </a:r>
            <a:r>
              <a:rPr lang="en-US" sz="24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ISTARK</a:t>
            </a:r>
            <a:endParaRPr lang="ru-RU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05C720E-25DF-4FE6-9D37-4D08E96FC5BC}"/>
              </a:ext>
            </a:extLst>
          </p:cNvPr>
          <p:cNvSpPr txBox="1"/>
          <p:nvPr/>
        </p:nvSpPr>
        <p:spPr>
          <a:xfrm>
            <a:off x="1238247" y="1046285"/>
            <a:ext cx="97155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Разработка автоматизированного сервиса мониторинга котировочных сессий на предмет эффективности публикаций</a:t>
            </a:r>
            <a:r>
              <a:rPr lang="en-US" sz="2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[telegram bot]</a:t>
            </a:r>
            <a:endParaRPr lang="ru-RU" sz="24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323401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4E162371-C947-4C1E-A4B3-5A4A9521A80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1347AC07-B909-40D7-9418-A525DC738E01}"/>
              </a:ext>
            </a:extLst>
          </p:cNvPr>
          <p:cNvSpPr txBox="1"/>
          <p:nvPr/>
        </p:nvSpPr>
        <p:spPr>
          <a:xfrm>
            <a:off x="4038599" y="118619"/>
            <a:ext cx="41148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Решение и проблема</a:t>
            </a: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003BE6F4-7640-43BF-BBBB-59B0315143E9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9871" b="4744"/>
          <a:stretch/>
        </p:blipFill>
        <p:spPr>
          <a:xfrm>
            <a:off x="1586396" y="760458"/>
            <a:ext cx="9019205" cy="5855677"/>
          </a:xfrm>
          <a:prstGeom prst="flowChartAlternateProcess">
            <a:avLst/>
          </a:prstGeom>
        </p:spPr>
      </p:pic>
    </p:spTree>
    <p:extLst>
      <p:ext uri="{BB962C8B-B14F-4D97-AF65-F5344CB8AC3E}">
        <p14:creationId xmlns:p14="http://schemas.microsoft.com/office/powerpoint/2010/main" val="285711227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83B9E223-FC61-4F25-9F50-E79FB827AF1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A5139760-CE79-47C5-BFEA-253F0912E0F5}"/>
              </a:ext>
            </a:extLst>
          </p:cNvPr>
          <p:cNvSpPr txBox="1"/>
          <p:nvPr/>
        </p:nvSpPr>
        <p:spPr>
          <a:xfrm>
            <a:off x="2781300" y="395653"/>
            <a:ext cx="66294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Ключевые функции и техническая часть</a:t>
            </a: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0CD45C93-C862-43D3-B688-A7C79E8D4B3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91004" y="995178"/>
            <a:ext cx="9609992" cy="5405621"/>
          </a:xfrm>
          <a:prstGeom prst="rect">
            <a:avLst/>
          </a:prstGeom>
          <a:effectLst>
            <a:softEdge rad="152400"/>
          </a:effectLst>
        </p:spPr>
      </p:pic>
    </p:spTree>
    <p:extLst>
      <p:ext uri="{BB962C8B-B14F-4D97-AF65-F5344CB8AC3E}">
        <p14:creationId xmlns:p14="http://schemas.microsoft.com/office/powerpoint/2010/main" val="156400593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4E716DA3-7556-46D3-AA9C-548F9E21871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1E1AFC41-B51A-4407-8E05-B205869D4696}"/>
              </a:ext>
            </a:extLst>
          </p:cNvPr>
          <p:cNvSpPr txBox="1"/>
          <p:nvPr/>
        </p:nvSpPr>
        <p:spPr>
          <a:xfrm>
            <a:off x="1476375" y="2844225"/>
            <a:ext cx="9239250" cy="584775"/>
          </a:xfrm>
          <a:prstGeom prst="rect">
            <a:avLst/>
          </a:prstGeom>
          <a:noFill/>
          <a:effectLst>
            <a:reflection blurRad="6350" stA="50000" endA="300" endPos="55000" dir="5400000" sy="-100000" algn="bl" rotWithShape="0"/>
          </a:effectLst>
        </p:spPr>
        <p:txBody>
          <a:bodyPr wrap="square" rtlCol="0">
            <a:spAutoFit/>
          </a:bodyPr>
          <a:lstStyle/>
          <a:p>
            <a:pPr algn="ctr"/>
            <a:r>
              <a:rPr lang="ru-RU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Демонстрация работы и пользовательский опыт</a:t>
            </a:r>
          </a:p>
        </p:txBody>
      </p:sp>
    </p:spTree>
    <p:extLst>
      <p:ext uri="{BB962C8B-B14F-4D97-AF65-F5344CB8AC3E}">
        <p14:creationId xmlns:p14="http://schemas.microsoft.com/office/powerpoint/2010/main" val="33281102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52C75E9E-1587-4FCE-860A-A1461213B10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D00DA792-AECD-4BE7-9487-4D05524FBD9E}"/>
              </a:ext>
            </a:extLst>
          </p:cNvPr>
          <p:cNvSpPr txBox="1"/>
          <p:nvPr/>
        </p:nvSpPr>
        <p:spPr>
          <a:xfrm>
            <a:off x="4157296" y="175846"/>
            <a:ext cx="387740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Перспектива и развитие </a:t>
            </a: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10D6869F-42AF-40FF-91CA-A2393203AE5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83288" y="1848062"/>
            <a:ext cx="5625424" cy="3161876"/>
          </a:xfrm>
          <a:prstGeom prst="rect">
            <a:avLst/>
          </a:prstGeom>
          <a:effectLst>
            <a:reflection stA="45000" endPos="65000" dist="12700" dir="5400000" sy="-100000" algn="bl" rotWithShape="0"/>
            <a:softEdge rad="139700"/>
          </a:effectLst>
        </p:spPr>
      </p:pic>
    </p:spTree>
    <p:extLst>
      <p:ext uri="{BB962C8B-B14F-4D97-AF65-F5344CB8AC3E}">
        <p14:creationId xmlns:p14="http://schemas.microsoft.com/office/powerpoint/2010/main" val="317658541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E69B880B-6A03-4E39-821B-394E4881AE0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9E333749-786C-46DB-8106-D0F316112826}"/>
              </a:ext>
            </a:extLst>
          </p:cNvPr>
          <p:cNvSpPr txBox="1"/>
          <p:nvPr/>
        </p:nvSpPr>
        <p:spPr>
          <a:xfrm>
            <a:off x="2974730" y="391336"/>
            <a:ext cx="624253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3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Спасибо за внимание!</a:t>
            </a:r>
          </a:p>
        </p:txBody>
      </p:sp>
    </p:spTree>
    <p:extLst>
      <p:ext uri="{BB962C8B-B14F-4D97-AF65-F5344CB8AC3E}">
        <p14:creationId xmlns:p14="http://schemas.microsoft.com/office/powerpoint/2010/main" val="17810131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flash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1590</TotalTime>
  <Words>41</Words>
  <Application>Microsoft Office PowerPoint</Application>
  <PresentationFormat>Широкоэкранный</PresentationFormat>
  <Paragraphs>9</Paragraphs>
  <Slides>6</Slides>
  <Notes>1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6</vt:i4>
      </vt:variant>
    </vt:vector>
  </HeadingPairs>
  <TitlesOfParts>
    <vt:vector size="11" baseType="lpstr">
      <vt:lpstr>Arial</vt:lpstr>
      <vt:lpstr>Calibri</vt:lpstr>
      <vt:lpstr>Calibri Light</vt:lpstr>
      <vt:lpstr>Times New Roman</vt:lpstr>
      <vt:lpstr>Тема Office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Андрей</dc:creator>
  <cp:lastModifiedBy>Андрей</cp:lastModifiedBy>
  <cp:revision>8</cp:revision>
  <dcterms:created xsi:type="dcterms:W3CDTF">2024-11-08T23:11:13Z</dcterms:created>
  <dcterms:modified xsi:type="dcterms:W3CDTF">2024-11-10T11:29:01Z</dcterms:modified>
</cp:coreProperties>
</file>